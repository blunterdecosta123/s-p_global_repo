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S&amp;P GLOBAL &amp; CRISIL CAMPUS HACKATHON 2026</a:t>
            </a:r>
          </a:p>
          <a:p>
            <a:pPr>
              <a:defRPr sz="3000" b="1">
                <a:solidFill>
                  <a:srgbClr val="0A2540"/>
                </a:solidFill>
              </a:defRPr>
            </a:pPr>
            <a:r>
              <a:t>Unified AI/NLP Financial Risk Engine &amp; Downstream Applications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Real-Time Unstructured Data Ingestion • Tactical S&amp;P 100 Rebalancer • Wholesale Banking Stress Testing</a:t>
            </a:r>
          </a:p>
          <a:p>
            <a:br/>
            <a:pPr>
              <a:defRPr sz="1300" b="1">
                <a:solidFill>
                  <a:srgbClr val="0F172A"/>
                </a:solidFill>
              </a:defRPr>
            </a:pPr>
            <a:r>
              <a:t>Candidate Name: Pranjay Singh  |  College: Indian Institute of Information Technology Lucknow</a:t>
            </a:r>
            <a:br/>
            <a:r>
              <a:t>Email: singhpran15@gmail.com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PROBLEM STATEMENT &amp; SOLUTION APPROACH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From Unstructured Noise to Actionable Risk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Business Problem: Traditional quantitative risk platforms rely heavily on lagged structured financial metrics (quarterly 10-Qs, credit spreads, trailing volatility), resulting in severe latency during fast-moving crisis events.</a:t>
            </a:r>
            <a:br/>
            <a:br/>
            <a:r>
              <a:t>• Engineering Approach: Engineered a unified AI/NLP Risk Engine ingesting multi-source text from Financial News (Reuters/Bloomberg), GDELT 2.0 Global Knowledge Graph, Kaggle Financial PhraseBank, and Twitter/X FinTwit.</a:t>
            </a:r>
            <a:br/>
            <a:br/>
            <a:r>
              <a:t>• Tri-Factor Signal Architecture: Computes Bounded Sentiment [-1.0, 1.0], multi-class Event Classification across 7 financial taxonomies, and 1-10 severity Impact Scores.</a:t>
            </a:r>
            <a:br/>
            <a:br/>
            <a:r>
              <a:t>• Dual Downstream Real-World Applications: Implemented BOTH Module A (Tactical S&amp;P 100 Rebalancer generating active alpha) and Module B (Wholesale Banking Stress Testing on a $525M asset portfolio evaluating Basel III CET1 capital adequacy).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SYSTEM ARCHITECTURE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End-to-End System Design &amp; Signal 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59884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IMPLEMENTATION HIGHLIGHTS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Core NLP Engine &amp; Financial Risk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Core AI/NLP Risk Engine: Implements Loughran-McDonald financial domain sentiment rules, contextual modifier weights, financial negation trees, and regex ticker extraction ($TICKER). Bounded [-1.0, 1.0] sentiment scoring paired with 1-10 market impact calibration.</a:t>
            </a:r>
            <a:br/>
            <a:br/>
            <a:r>
              <a:t>• Module A Tactical Rebalancer: Dynamic alpha-tilted weight allocation formula w_i = w_base * (1 + alpha * Sentiment_i) / sum(w) subject to box constraints [1.5%, 22.0%] and turnover controls. Integrates real-time 1-year realized volatilities via yfinance.</a:t>
            </a:r>
            <a:br/>
            <a:br/>
            <a:r>
              <a:t>• Module B Wholesale Stress Testing: Quantitative multi-asset simulation on $525M wholesale bank portfolio (Corporate Loans, Sovereign/Corporate Bonds, Interest Rate Swaps, Credit Default Swaps). Calculates Merton Expected Credit Losses, Modified Duration &amp; Convexity price shocks, and Basel III CET1 capital adequacy impact.</a:t>
            </a:r>
            <a:br/>
            <a:br/>
            <a:r>
              <a:t>• Production UI &amp; REST API: FastAPI backend with high-speed endpoints (/api/risk-engine/analyze, /api/rebalancer/state, /api/stress-test/simulate) paired with a responsive Wall Street-grade glassmorphism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KEY RESULTS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Empirical Results, Alpha Generation &amp; Stress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Multi-Source Ingestion: Successfully processed 100+ live GDELT global events, 4,800+ Kaggle Financial PhraseBank sentences, and 9,500+ Stock Tweets with &lt;15ms average inference latency.</a:t>
            </a:r>
            <a:br/>
            <a:br/>
            <a:r>
              <a:t>• Module A Tactical Alpha: Generated +0.48% cumulative active alpha outperformance over the benchmark S&amp;P 100 index with controlled turnover (&lt;4.8% per rebalance cycle).</a:t>
            </a:r>
            <a:br/>
            <a:br/>
            <a:r>
              <a:t>• Module B Stress Loss: Accurately projected a -$16.04M loss (-3.07%) on the $525M wholesale portfolio during simulated geopolitical conflict events.</a:t>
            </a:r>
            <a:br/>
            <a:br/>
            <a:r>
              <a:t>• Capital Adequacy Modeling: Projected Basel III CET1 ratio degradation from 13.40% down to 12.18% (safely maintaining regulatory compliance above 10.50% minimum threshold).</a:t>
            </a:r>
            <a:br/>
            <a:br/>
            <a:r>
              <a:t>• Value at Risk: Calculated 99% 1-day Parametric VaR at $18.9M and Expected Shortfall (CVaR) at $22.3M.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DOMAIN IMPACT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Strategic Value for S&amp;P Global &amp; CRISIL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Asset Management &amp; Trading Desks: Provides quantitative hedge funds and mutual funds with real-time sentiment alpha, enabling tactical tilts before market consensus reflects breaking news.</a:t>
            </a:r>
            <a:br/>
            <a:br/>
            <a:r>
              <a:t>• Enterprise Credit &amp; Wholesale Banking: Enables CROs to automate event-driven portfolio stress testing during sudden market dislocations, ensuring robust capital planning and liquidity management.</a:t>
            </a:r>
            <a:br/>
            <a:br/>
            <a:r>
              <a:t>• Rating Agency Surveillance: Augments CRISIL and S&amp;P rating analysts with early-warning signals regarding counterparty credit deterioration, covenant vulnerabilities, and macro headwinds.</a:t>
            </a:r>
            <a:br/>
            <a:br/>
            <a:r>
              <a:t>• Regulatory Explainability: Every risk signal outputs transparent reasoning and contagion channel mapping, satisfying regulatory model governance requirements (SR 11-7 / Basel III).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ROADMAP &amp; NEXT STEPS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Assumptions, Limitations &amp; Production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Current Limitations: Bounded financial sentiment model uses financial lexicon rules with heuristic modifier weighting; extreme novel internet slang requires continual retraining. Wholesale derivative pricing utilizes first-order Greek approximations (DV01/CS01).</a:t>
            </a:r>
            <a:br/>
            <a:br/>
            <a:r>
              <a:t>• Enterprise Scalability: Distill multi-lingual quantized FinBERT / Llama-3-Fin reasoning models on dedicated GPU clusters for deep narrative extraction.</a:t>
            </a:r>
            <a:br/>
            <a:br/>
            <a:r>
              <a:t>• Event-Streaming Infrastructure: Migrate in-memory pub-sub architecture to Apache Kafka / Apache Flink for handling 50,000+ financial feeds/sec with sub-millisecond distribution.</a:t>
            </a:r>
            <a:br/>
            <a:br/>
            <a:r>
              <a:t>• Full Monte Carlo Simulation: Implement full Cholesky covariance matrix decomposition for multi-horizon stress testing across non-linear complex credit derivatives.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